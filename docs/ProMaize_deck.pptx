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 for their first testcross, and not one of their families has ever been in a field. Every line we don't plant is a line we can never advance. Which ones get the ground?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short: Python for the model, a static web app for the demo, runs on a laptop in five minutes, works with no network.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live demo. 1) The strip: every number from seasons the model never saw. 2) What 2008 actually said: the decile bars. 3) Which way to spend the plots. 4) Click 'same share per family' and show the breadth tile vs the realised gain. 5) Hover a $/acre cell. 6) How much to trust this. (90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And our 90% error bars held 90% of real 2008 results. Recommendation: the same share of every family this year, because the pedigree is thin and breadth is nearly free.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strip: every number from seasons the model never saw.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What 2008 actually said: the ranking, scored on the real field.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Which way to spend the plots: six rules, six seasons.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list: every line with $/acre, 90% band, confidence; CSV.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Allocation: rank all lines, or the same share per family.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How much to trust this: forward tests, baselines, bands.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Works 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