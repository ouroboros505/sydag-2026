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Every season is new families; parents on record?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both parents on record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64</c:v>
                </c:pt>
                <c:pt idx="2">
                  <c:v>55</c:v>
                </c:pt>
                <c:pt idx="3">
                  <c:v>51</c:v>
                </c:pt>
                <c:pt idx="4">
                  <c:v>15</c:v>
                </c:pt>
                <c:pt idx="5">
                  <c:v>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one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</c:v>
                </c:pt>
                <c:pt idx="1">
                  <c:v>86</c:v>
                </c:pt>
                <c:pt idx="2">
                  <c:v>82</c:v>
                </c:pt>
                <c:pt idx="3">
                  <c:v>39</c:v>
                </c:pt>
                <c:pt idx="4">
                  <c:v>66</c:v>
                </c:pt>
                <c:pt idx="5">
                  <c:v>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neither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</c:v>
                </c:pt>
                <c:pt idx="1">
                  <c:v>7</c:v>
                </c:pt>
                <c:pt idx="2">
                  <c:v>4</c:v>
                </c:pt>
                <c:pt idx="3">
                  <c:v>7</c:v>
                </c:pt>
                <c:pt idx="4">
                  <c:v>21</c:v>
                </c:pt>
                <c:pt idx="5">
                  <c:v>24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3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0.192</c:v>
                </c:pt>
                <c:pt idx="1">
                  <c:v>0.169</c:v>
                </c:pt>
                <c:pt idx="2">
                  <c:v>0.312</c:v>
                </c:pt>
                <c:pt idx="3">
                  <c:v>0.295</c:v>
                </c:pt>
                <c:pt idx="4">
                  <c:v>0.207</c:v>
                </c:pt>
                <c:pt idx="5">
                  <c:v>0.132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January 2008. The plot budget has been cut. 15,962 new lines are waiting, from families that have never been in a field (the chart: every season is new families, and in some most parents are untested). Every line we don't plant is a line we can never advance. ProMaize decides which lines get the ground, in dollars per acre, and says how far to trust it. (30 s, then go live)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program tests every family once, in one year. A model that learns 'which families were good' has nothing to say about next year's families: they are all new. So we split the question the way a breeder does: the family's mean from what its parents passed on, the sibling from which parental segments it inherited. Then price it in dollars per acre.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shown in the 4 minutes; for Q&amp;A: five minutes on a laptop from the raw files, 3.5 on one Anvil node, a static web app that works with no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chart. Each bar is a separate forward test: that year's families predicted from earlier years only. We beat standard GBLUP in all six seasons; in 2008 we double it, r 0.13 vs 0.07. The same data under a random k-fold reads 0.56: that is siblings in training, and we show it so nobody mistakes one for the other.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shown in the 4 minutes: go live instead. 1) The strip (15 s). 2) The engine switch: flip to standard GBLUP and watch what 2008 actually said drop from $5 to $1 an acre, then flip back (20 s). 3) Which way to spend the plots: aggressive vs conservative (30 s). 4) The pedigree chart, then click 'conservative' (20 s). 5) The map: green where the plan's lines beat the lines it left out in the real field, about 7 sites in 10 and ahead in every kind of summer; flip to standard GBLUP and the hot sites turn red (20 s). 6) The list, hover a $/acre cell (10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plots, six rules, six seasons, scored on what the field paid. The standard approach realised $5.5 an acre over random; ours $8.8: 60% more value from the same plots. In plots: the standard ranking needed 1,277 more lines in 2008 to keep the same winners. Recommendation for 2008: the conservative plan, the same share of every family, DNA picking the siblings: 4,789 lines in docs/advance_2008.csv, with a one-page memo for the breeding lead. We need from them: their plot budget, their drying costs, and confirmation that lines are judged on GCA.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Limits first: the family call is weak in a year like 2008; lodging is barely predictable from DNA; costs are sliders with typical values. Next: choose crosses, not only lines; location placement once lines have multi-year records; the program's own costs.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629232" y="2087878"/>
          <a:ext cx="4800462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2000" y="2087878"/>
            <a:ext cx="5653878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7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5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On Anvil (RCAC), from the raw files: 3.5 minutes on one node, every number reproduced.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 synthetic judge-mode program runs the whole pipeline in about ten seconds.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what the parents passed on (the family's mean genotype; ridge,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Weather and soil feed the map: where the plan won in the real field, by kind of summer.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78627" y="2087878"/>
            <a:ext cx="4151068" cy="3901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the order we show it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strip: numbers from seasons the model never saw.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engine switch: family engine or standard GBLUP.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What 2008 actually said: the ranking vs the real field.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Which way to spend the plots: aggressive or conservative.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map: where your plan won, in every kind of summer.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list: every line, $/acre, range, confidence; CSV.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Offline, on a phone; every state is a URL.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$8.8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$5.1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$4.6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Recommendation for 2008: the same share of every family, markers pick the siblings. With pedigree this thin, breadth is nearly free: $0.08/acre for 138 families instead of 71.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