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The engine switch: flip to standard GBLUP and watch what 2008 actually said drop from $5 to $1 an acre, then flip back (20 s). 3) Which way to spend the plots: aggressive vs conservative (30 s). 4) The pedigree chart, then click 'conservative' (20 s). 5) The map: green where the plan's lines beat the lines it left out in the real field, about 7 sites in 10 and ahead in every kind of summer; flip to standard GBLUP and the hot sites turn red (20 s). 6) The list, hover a $/acre cell (10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Weather and soil feed the map: where the plan won in the real field, by kind of summer.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strip: numbers from seasons the model never saw.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engine switch: Crossline (ours) or standard GBLUP.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What 2008 actually said: the ranking vs the real field.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Which way to spend the plots: aggressive or conservative.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map: where your plan won, in every kind of summer.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list: every line, $/acre, range, confidence; CSV.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