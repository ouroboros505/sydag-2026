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0.177</c:v>
                </c:pt>
                <c:pt idx="1">
                  <c:v>0.177</c:v>
                </c:pt>
                <c:pt idx="2">
                  <c:v>0.307</c:v>
                </c:pt>
                <c:pt idx="3">
                  <c:v>0.26</c:v>
                </c:pt>
                <c:pt idx="4">
                  <c:v>0.202</c:v>
                </c:pt>
                <c:pt idx="5">
                  <c:v>0.127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3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Anvil (RCAC) for the heavy runs; a synthetic judge-mode program runs end to end in about a minute.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the parents' genotypes (ridge on the midparent,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$8.4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$4.3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$8.1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$3.9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$4.4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2008 was the hardest year to call families (lowest between-family r of the six), and ProMaize still doubled standard GBLUP (r 0.13 vs 0.07).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