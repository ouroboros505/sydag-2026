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0.192</c:v>
                </c:pt>
                <c:pt idx="1">
                  <c:v>0.169</c:v>
                </c:pt>
                <c:pt idx="2">
                  <c:v>0.312</c:v>
                </c:pt>
                <c:pt idx="3">
                  <c:v>0.295</c:v>
                </c:pt>
                <c:pt idx="4">
                  <c:v>0.207</c:v>
                </c:pt>
                <c:pt idx="5">
                  <c:v>0.132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January 2008. The plot budget has been cut. 15,962 new lines are waiting for their first testcross, and not one of their families has ever been in a field. Every line we don't plant is a line we can never advance. Which ones get the ground?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program tests every family once, in one year. A model that learns 'which families were good' has nothing to say about next year's families: they are all new. So we split the question the way a breeder does: the family's mean from what its parents passed on, the sibling from which parental segments it inherited. Then price it in dollars per acre.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short: Python for the model, a static web app for the demo, runs on a laptop in five minutes, works with no network.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chart. Each bar is a separate forward test: that year's families predicted from earlier years only. We beat standard GBLUP in all six seasons; in 2008 we double it, r 0.13 vs 0.07. The same data under a random k-fold reads 0.56: that is siblings in training, and we show it so nobody mistakes one for the other.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live demo. 1) The strip: every number from seasons the model never saw. 2) What 2008 actually said: the decile bars. 3) Which way to spend the plots. 4) Click 'same share per family' and show the breadth tile vs the realised gain. 5) Hover a $/acre cell. 6) How much to trust this. (90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plots, six rules, six seasons, scored on what the field paid. The standard approach realised $5.5 an acre over random; ours $8.8: 60% more value from the same plots. In plots: the standard ranking needed 1,277 more lines in 2008 to keep the same winners. And our 90% error bars held 90% of real 2008 results. Recommendation: the same share of every family this year, because the pedigree is thin and breadth is nearly free.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Limits first: the family call is weak in a year like 2008; lodging is barely predictable from DNA; costs are sliders with typical values. Next: choose crosses, not only lines; location placement once lines have multi-year records; the program's own costs.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5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On Anvil (RCAC), from the raw files: 3.5 minutes on one node, every number reproduced.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 synthetic judge-mode program runs the whole pipeline in about ten seconds.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what the parents passed on (the family's mean genotype; ridge,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Broad-acre, tested: location response predicted at r = 0.03 (82,790 held-out plots).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78627" y="2087878"/>
            <a:ext cx="4151068" cy="3901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2222"/>
                </a:solidFill>
              </a:defRPr>
            </a:pPr>
            <a:r>
              <a:t>In the order we show it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The strip: every number from seasons the model never saw.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What 2008 actually said: the ranking, scored on the real field.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Which way to spend the plots: six rules, six seasons.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The list: every line with $/acre, 90% band, confidence; CSV.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Allocation: rank all lines, or the same share per family.</a:t>
            </a:r>
          </a:p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How much to trust this: forward tests, baselines, bands.</a:t>
            </a:r>
          </a:p>
          <a:p>
            <a:pPr>
              <a:spcAft>
                <a:spcPts val="800"/>
              </a:spcAft>
              <a:defRPr sz="1600" b="1">
                <a:solidFill>
                  <a:srgbClr val="222222"/>
                </a:solidFill>
              </a:defRPr>
            </a:pPr>
            <a:r>
              <a:t>Works offline, on a phone; every state is a URL.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$8.8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$5.1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$4.6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Recommendation for 2008: the same share of every family, markers pick the siblings. With pedigree this thin, breadth is nearly free: $0.08/acre for 138 families instead of 71.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